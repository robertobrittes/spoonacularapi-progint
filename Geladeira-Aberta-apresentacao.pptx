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INTRODUÇÃO (2 min) – Roberto. Apresentar a equipe e o nome do projeto. Dizer em uma frase: 'digite o que tem na geladeira e descubra o que cozinhar'.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Roberto. Problema: desperdício e falta de ideias. Solução: buscar receitas pelos ingredientes e mostrar o que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Roberto. Mostrar os dois endpoints. Comentar que a chave fica em config.js.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EXPLICAÇÃO TÉCNICA (4 min) – Saulo começa aqui. Abrir script.js na seção 2. Mostrar que TODAS as chamadas passam por request(). Explicar await, o timeout com AbortController e o finally que limpa o timer. Mencionar o console.error que mostra o erro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Saulo. Seções 3 e 4 do script.js. DOM: h() + textContent + replaceChildren. Eventos: mostrar os addEventListener. Escopo: state e el no topo, requestId para evitar que uma resposta antiga sobrescreva a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REPOSITÓRIO (1 min) – Roberto. Abrir o README no GitHub e mostrar as seções.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Agradecer e abrir para perguntas. Todos os integrantes devem estar preparados para responder sobre qualquer parte do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RobertoBrittes/SpoonacularAPI-ProgInt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F1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Geladeira Aberta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17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a partir dos ingredientes que você já tem em casa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937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utilizada: Spoonacular Food API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49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Roberto e Saulo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38160" y="1325880"/>
            <a:ext cx="3566160" cy="3566160"/>
          </a:xfrm>
          <a:prstGeom prst="ellipse">
            <a:avLst/>
          </a:prstGeom>
          <a:solidFill>
            <a:srgbClr val="0D1C42"/>
          </a:solidFill>
          <a:ln w="12700">
            <a:solidFill>
              <a:srgbClr val="0D1C4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3774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 comida em casa, mas ninguém sabe o que cozinhar.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89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3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é desperdício de ingredientes e compras repetidas.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AEA"/>
          </a:solidFill>
          <a:ln w="12700">
            <a:solidFill>
              <a:srgbClr val="FFFA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0" y="2057400"/>
            <a:ext cx="640080" cy="64008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140" y="22174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Desperdício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3042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 esquecidos na geladeira acabam estragando.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315468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AEA"/>
          </a:solidFill>
          <a:ln w="12700">
            <a:solidFill>
              <a:srgbClr val="FFFA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3474720"/>
            <a:ext cx="640080" cy="64008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36347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89520" y="3337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ideias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589520" y="37216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Sobram itens soltos e nenhuma receita em mente.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0" y="457200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0D1C42"/>
          </a:solidFill>
          <a:ln w="12700">
            <a:solidFill>
              <a:srgbClr val="0D1C4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75120" y="4892040"/>
            <a:ext cx="640080" cy="640080"/>
          </a:xfrm>
          <a:prstGeom prst="ellipse">
            <a:avLst/>
          </a:prstGeom>
          <a:solidFill>
            <a:srgbClr val="FCF1D0"/>
          </a:solidFill>
          <a:ln w="12700">
            <a:solidFill>
              <a:srgbClr val="FCF1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50520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589520" y="4754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solução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7589520" y="5138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o que você tem e veja receitas, com o que falta em cada uma.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API: Spoonacular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3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comida com receitas, ingredientes e informações de preparo. Usamos dois endpoints.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AEA"/>
          </a:solidFill>
          <a:ln w="12700">
            <a:solidFill>
              <a:srgbClr val="FFFA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2396F"/>
          </a:solidFill>
          <a:ln w="12700">
            <a:solidFill>
              <a:srgbClr val="2239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07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/recipes/findByIngredients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receitas pelos ingredientes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566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Parâmetros: ingredients, number=12, ranking=1, ignorePantry=true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título, imagem, ingredientes usados e faltantes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AEA"/>
          </a:solidFill>
          <a:ln w="12700">
            <a:solidFill>
              <a:srgbClr val="FFFA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28600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2396F"/>
          </a:solidFill>
          <a:ln w="12700">
            <a:solidFill>
              <a:srgbClr val="22396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07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/recipes/{id}/information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de uma receita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566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 ao clicar em Ver receita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tempo de preparo, porções, ingredientes e modo de preparo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640080" cy="64008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560070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08760" y="5440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API Key no parâmetro apiKey. Respostas em JSON. Os ingredientes devem ser digitados em inglês.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Chamadas assíncronas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949440" cy="4526280"/>
          </a:xfrm>
          <a:prstGeom prst="roundRect">
            <a:avLst>
              <a:gd name="adj" fmla="val 2424"/>
            </a:avLst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65836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request(path, params) {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 new URL(CONFIG.BASE_URL + path);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url.search = new URLSearchParams({ ...params, apiKey });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controller = new AbortController();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timer = setTimeout(() =&gt; controller.abort(), 10000);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fetch(url, { signal: controller.signal });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throw new ApiError(messageFor(res.status));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res.json();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D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traduz falhas em mensagens amigáveis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clearTimeout(timer);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55280" y="1645920"/>
            <a:ext cx="685800" cy="68580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6730" y="18173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2396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2057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espera a resposta sem travar a página.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3200400"/>
            <a:ext cx="685800" cy="68580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730" y="33718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82396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3611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a busca se a API passar de 10 segundos.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955280" y="4754880"/>
            <a:ext cx="685800" cy="68580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730" y="492633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23960" y="4709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try/catch/finally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823960" y="5166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falha vira um ApiError com mensagem clara.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DOM, eventos e escopo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FFAEA"/>
          </a:solidFill>
          <a:ln w="12700">
            <a:solidFill>
              <a:srgbClr val="FFFA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731520" cy="73152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Manipulação do DOM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918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h() cria os elementos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evita injeção de HTML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replaceChildren redesenha chips e cards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com o elemento &lt;dialog&gt;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FFAEA"/>
          </a:solidFill>
          <a:ln w="12700">
            <a:solidFill>
              <a:srgbClr val="FFFA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783080"/>
            <a:ext cx="731520" cy="73152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918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adicionar, remover e ver receita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keydown: Enter adiciona o ingrediente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dispara a busca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online/offline: avisa queda de conexão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FFAEA"/>
          </a:solidFill>
          <a:ln w="12700">
            <a:solidFill>
              <a:srgbClr val="FFFA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783080"/>
            <a:ext cx="731520" cy="73152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65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2918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 el declarados uma vez, no topo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pequenas, um trabalho cada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requestId ignora respostas antigas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D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strict" evita variáveis acidentais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e documentação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SpoonacularAPI-ProgInt/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style.css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script.js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config.js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Geladeira-Aberta-apresentacao.pptx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107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README.md traz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309360" y="2194560"/>
            <a:ext cx="457200" cy="45720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0" y="23088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o app resolve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09360" y="2852928"/>
            <a:ext cx="457200" cy="45720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0" y="29672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49440" y="2852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e API utilizada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309360" y="3511296"/>
            <a:ext cx="457200" cy="45720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362559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49440" y="35112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código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309360" y="4169664"/>
            <a:ext cx="457200" cy="45720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428396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49440" y="4169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para instalar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309360" y="4828032"/>
            <a:ext cx="457200" cy="457200"/>
          </a:xfrm>
          <a:prstGeom prst="ellipse">
            <a:avLst/>
          </a:prstGeom>
          <a:solidFill>
            <a:srgbClr val="010736"/>
          </a:solidFill>
          <a:ln w="12700">
            <a:solidFill>
              <a:srgbClr val="01073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494233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49440" y="4828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07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usadas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223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github.com/RobertoBrittes/SpoonacularAPI-ProgInt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0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CF1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Roberto e Saulo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097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CF1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0" y="182880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0D1C42"/>
          </a:solidFill>
          <a:ln w="12700">
            <a:solidFill>
              <a:srgbClr val="0D1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2103120"/>
            <a:ext cx="594360" cy="594360"/>
          </a:xfrm>
          <a:prstGeom prst="ellipse">
            <a:avLst/>
          </a:prstGeom>
          <a:solidFill>
            <a:srgbClr val="FCF1D0"/>
          </a:solidFill>
          <a:ln w="12700">
            <a:solidFill>
              <a:srgbClr val="FCF1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3710" y="225171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98080" y="19659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assíncronas com fetch e async/await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315468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0D1C42"/>
          </a:solidFill>
          <a:ln w="12700">
            <a:solidFill>
              <a:srgbClr val="0D1C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3429000"/>
            <a:ext cx="594360" cy="594360"/>
          </a:xfrm>
          <a:prstGeom prst="ellipse">
            <a:avLst/>
          </a:prstGeom>
          <a:solidFill>
            <a:srgbClr val="FCF1D0"/>
          </a:solidFill>
          <a:ln w="12700">
            <a:solidFill>
              <a:srgbClr val="FCF1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710" y="35775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32918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falhas de rede faz parte da interface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00800" y="4480560"/>
            <a:ext cx="5120640" cy="1143000"/>
          </a:xfrm>
          <a:prstGeom prst="roundRect">
            <a:avLst>
              <a:gd name="adj" fmla="val 9600"/>
            </a:avLst>
          </a:prstGeom>
          <a:solidFill>
            <a:srgbClr val="0D1C42"/>
          </a:solidFill>
          <a:ln w="12700">
            <a:solidFill>
              <a:srgbClr val="0D1C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75120" y="4754880"/>
            <a:ext cx="594360" cy="594360"/>
          </a:xfrm>
          <a:prstGeom prst="ellipse">
            <a:avLst/>
          </a:prstGeom>
          <a:solidFill>
            <a:srgbClr val="FCF1D0"/>
          </a:solidFill>
          <a:ln w="12700">
            <a:solidFill>
              <a:srgbClr val="FCF1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0" y="49034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98080" y="4617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F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dinâmico com eventos bem organizados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Geladeira Aberta</dc:title>
  <dc:subject>PptxGenJS Presentation</dc:subject>
  <dc:creator>PptxGenJS</dc:creator>
  <cp:lastModifiedBy>PptxGenJS</cp:lastModifiedBy>
  <cp:revision>1</cp:revision>
  <dcterms:created xsi:type="dcterms:W3CDTF">2026-09-21T01:29:13Z</dcterms:created>
  <dcterms:modified xsi:type="dcterms:W3CDTF">2026-09-21T01:29:13Z</dcterms:modified>
</cp:coreProperties>
</file>