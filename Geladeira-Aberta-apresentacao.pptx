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INTRODUÇÃO (2 min) – Roberto. Apresentar a equipe e o nome do projeto. Dizer em uma frase: 'digite o que tem na geladeira e descubra o que cozinhar'.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Roberto. Problema: desperdício e falta de ideias. Solução: buscar receitas pelos ingredientes e mostrar o que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Roberto. Mostrar os dois endpoints. Comentar que a chave fica em config.js.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EXPLICAÇÃO TÉCNICA (4 min) – Saulo começa aqui. Explicar o caminho: usuário → evento → request() → API → render. Depois citar os 4 arquivos.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Saulo. Abrir script.js na seção 2. Mostrar que TODAS as chamadas passam por request(). Explicar await, o timeout com AbortController e o finally que limpa o timer. Mencionar o console.error que mostra o erro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Saulo. Seções 3 e 4 do script.js. DOM: h() + textContent + replaceChildren. Eventos: mostrar os addEventListener. Escopo: state e el no topo, requestId para evitar que uma resposta antiga sobrescreva 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REPOSITÓRIO (1 min) – Roberto. Abrir o README no GitHub e mostrar as seções.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Agradecer e abrir para perguntas. Todos os integrantes devem estar preparados para responder sobre qualquer parte do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RobertoBrittes/SpoonacularAPI-ProgInt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Geladeira Aberta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17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 a partir dos ingredientes que você já tem em casa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937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utilizada: Spoonacular Food API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49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Roberto e Saulo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38160" y="1325880"/>
            <a:ext cx="3566160" cy="3566160"/>
          </a:xfrm>
          <a:prstGeom prst="ellipse">
            <a:avLst/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3774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 comida em casa, mas ninguém sabe o que cozinhar.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891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desperdício de ingredientes e compras repetidas.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0" y="205740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5140" y="22174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Desperdício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3042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esquecidos na geladeira acabam estragando.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0" y="315468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75120" y="347472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36347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89520" y="3337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ideias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7216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Sobram itens soltos e nenhuma receita em mente.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75120" y="4892040"/>
            <a:ext cx="640080" cy="64008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5052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58952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solução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589520" y="5138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que você tem e veja receitas, com o que falta em cada uma.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API: Spoonacular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comida com receitas, ingredientes e informações de preparo. Usamos dois endpoints.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31520" cy="365760"/>
          </a:xfrm>
          <a:prstGeom prst="roundRect">
            <a:avLst>
              <a:gd name="adj" fmla="val 20000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07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/recipes/findByIngredients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receitas pelos ingredientes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Parâmetros: ingredients, number=12, ranking=1, ignorePantry=true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título, imagem, ingredientes usados e faltantes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72200" y="20116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2286000"/>
            <a:ext cx="731520" cy="365760"/>
          </a:xfrm>
          <a:prstGeom prst="roundRect">
            <a:avLst>
              <a:gd name="adj" fmla="val 20000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07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/recipes/{id}/information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uma receita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566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 ao clicar em Ver receita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tempo de preparo, porções, ingredientes e modo de preparo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560070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54406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API Key no parâmetro apiKey. Respostas em JSON. Os ingredientes devem ser digitados em inglês.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 ingredientes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3288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8036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8036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Enter, submit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7316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request()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com async/await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1344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6092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6092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Spoonacular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em JSON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5372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DOM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projeto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40080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da página, formulário e modal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410712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39312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style.css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639312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com a paleta Color Hunt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181344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409944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config.js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9944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com a chave da API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951976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1805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script.js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Lógica: API, DOM e eventos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Chamadas assíncronas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65836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request(path, params)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url = new URL(CONFIG.BASE_URL + path);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url.search = new URLSearchParams({ ...params, apiKey });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controller = new AbortController();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timer = setTimeout(() =&gt; controller.abort(), 10000);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 = await fetch(url, { signal: controller.signal });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(!res.ok) throw new ApiError(messageFor(res.status));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res.json();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DB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traduz falhas em mensagens amigáveis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finally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clearTimeout(timer);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173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23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async/await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espera a resposta sem travar a página.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955280" y="320040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33718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396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AbortController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823960" y="36118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 a busca se a API passar de 10 segundos.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955280" y="475488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492633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4709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try/catch/finally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8823960" y="51663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falha vira um ApiError com mensagem clara.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DOM, eventos e escopo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Manipulação do DOM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h() cria os elementos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textContent evita injeção de HTML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replaceChildren redesenha chips e cards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com o elemento &lt;dialog&gt;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Eventos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adicionar, remover e ver receita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keydown: Enter adiciona o ingrediente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submit: dispara a busca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online/offline: avisa queda de conexão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4672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965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 el declarados uma vez, no topo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pequenas, um trabalho cada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requestId ignora respostas antigas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strict" evita variáveis acidentais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e documentação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SpoonacularAPI-ProgInt/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index.html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style.css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script.js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config.js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Geladeira-Aberta-apresentacao.pptx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554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README.md traz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0" y="230886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o app resolve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309360" y="2852928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9672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49440" y="2852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e API utilizada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309360" y="3511296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362559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4944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código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309360" y="4169664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660" y="428396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41696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para instalar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6309360" y="4828032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4942332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49440" y="48280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usadas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github.com/RobertoBrittes/SpoonacularAPI-ProgInt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Roberto e Saulo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097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0" y="182880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0" y="210312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3710" y="225171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98080" y="1965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assíncronas com fetch e async/await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546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0" y="342900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710" y="35775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0" y="32918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falhas de rede faz parte da interface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400800" y="448056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675120" y="475488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710" y="490347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98080" y="46177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dinâmico com eventos bem organizados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Geladeira Aberta</dc:title>
  <dc:subject>PptxGenJS Presentation</dc:subject>
  <dc:creator>PptxGenJS</dc:creator>
  <cp:lastModifiedBy>PptxGenJS</cp:lastModifiedBy>
  <cp:revision>1</cp:revision>
  <dcterms:created xsi:type="dcterms:W3CDTF">2026-09-21T00:41:27Z</dcterms:created>
  <dcterms:modified xsi:type="dcterms:W3CDTF">2026-09-21T00:41:27Z</dcterms:modified>
</cp:coreProperties>
</file>